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40080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9C6B4"/>
                </a:solidFill>
                <a:latin typeface="Aptos"/>
              </a:defRPr>
            </a:pPr>
            <a:r>
              <a:t>ITLPA701  /  PYTHON +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6583680" cy="182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3600" b="1">
                <a:solidFill>
                  <a:srgbClr val="F7F8FA"/>
                </a:solidFill>
                <a:latin typeface="Aptos"/>
              </a:defRPr>
            </a:pPr>
            <a:r>
              <a:t>Rwanda Local Food</a:t>
            </a:r>
          </a:p>
          <a:p>
            <a:pPr algn="l">
              <a:spcAft>
                <a:spcPts val="500"/>
              </a:spcAft>
              <a:defRPr sz="3600" b="1">
                <a:solidFill>
                  <a:srgbClr val="F7F8FA"/>
                </a:solidFill>
                <a:latin typeface="Aptos"/>
              </a:defRPr>
            </a:pPr>
            <a:r>
              <a:t>&amp; Stay 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47872"/>
            <a:ext cx="612648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A9B5C4"/>
                </a:solidFill>
                <a:latin typeface="Aptos"/>
              </a:defRPr>
            </a:pPr>
            <a:r>
              <a:t>Discover nearby restaurants and places to stay across Rwanda.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681728"/>
            <a:ext cx="2606040" cy="457200"/>
          </a:xfrm>
          <a:prstGeom prst="roundRect">
            <a:avLst/>
          </a:prstGeom>
          <a:solidFill>
            <a:srgbClr val="1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4773168"/>
            <a:ext cx="2286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742432"/>
            <a:ext cx="5303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A9B5C4"/>
                </a:solidFill>
                <a:latin typeface="Aptos"/>
              </a:defRPr>
            </a:pPr>
            <a:r>
              <a:t>RESTAURANTS  /  LOCAL FOOD  /  ACCOMMODATION</a:t>
            </a:r>
          </a:p>
        </p:txBody>
      </p:sp>
      <p:sp>
        <p:nvSpPr>
          <p:cNvPr id="9" name="Oval 8"/>
          <p:cNvSpPr/>
          <p:nvPr/>
        </p:nvSpPr>
        <p:spPr>
          <a:xfrm>
            <a:off x="8321040" y="1097280"/>
            <a:ext cx="2926080" cy="2926080"/>
          </a:xfrm>
          <a:prstGeom prst="ellipse">
            <a:avLst/>
          </a:prstGeom>
          <a:noFill/>
          <a:ln w="2540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32520" y="1508760"/>
            <a:ext cx="2103120" cy="2103120"/>
          </a:xfrm>
          <a:prstGeom prst="ellipse">
            <a:avLst/>
          </a:prstGeom>
          <a:noFill/>
          <a:ln w="25400">
            <a:solidFill>
              <a:srgbClr val="19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17152" y="1993392"/>
            <a:ext cx="1133856" cy="1133856"/>
          </a:xfrm>
          <a:prstGeom prst="ellipse">
            <a:avLst/>
          </a:prstGeom>
          <a:solidFill>
            <a:srgbClr val="18283A"/>
          </a:solidFill>
          <a:ln w="25400">
            <a:solidFill>
              <a:srgbClr val="D3F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82912" y="2359152"/>
            <a:ext cx="402336" cy="402336"/>
          </a:xfrm>
          <a:prstGeom prst="ellipse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3840480"/>
            <a:ext cx="2971800" cy="950976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4041648"/>
            <a:ext cx="2468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9C6B4"/>
                </a:solidFill>
                <a:latin typeface="Aptos"/>
              </a:defRPr>
            </a:pPr>
            <a:r>
              <a:t>NEAR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361688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7F8FA"/>
                </a:solidFill>
                <a:latin typeface="Aptos"/>
              </a:defRPr>
            </a:pPr>
            <a:r>
              <a:t>Search Rwanda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63640"/>
            <a:ext cx="749807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A9B5C4"/>
                </a:solidFill>
                <a:latin typeface="Aptos"/>
              </a:defRPr>
            </a:pPr>
            <a:r>
              <a:t>OpenStreetMap data  /  Snapshot: 03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7F8FA"/>
                </a:solidFill>
                <a:latin typeface="Aptos"/>
              </a:defRPr>
            </a:pPr>
            <a:r>
              <a:t>Problem statement: local discovery is difficult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69848"/>
            <a:ext cx="106984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A9B5C4"/>
                </a:solidFill>
                <a:latin typeface="Aptos"/>
              </a:defRPr>
            </a:pPr>
            <a:r>
              <a:t>People in Rwanda need a simple way to find nearby places to eat or stay. Information can be spread across searches and map listings, while key details may be missing or unverified.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73952"/>
            <a:ext cx="10817352" cy="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1967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A9B5C4"/>
                </a:solidFill>
                <a:latin typeface="Aptos"/>
              </a:defRPr>
            </a:pPr>
            <a:r>
              <a:t>RWANDA LOCAL FOOD &amp; STAY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9C6B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456432" cy="352044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2093976"/>
            <a:ext cx="82296" cy="402336"/>
          </a:xfrm>
          <a:prstGeom prst="rect">
            <a:avLst/>
          </a:prstGeom>
          <a:solidFill>
            <a:srgbClr val="FFB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03120"/>
            <a:ext cx="28712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FB067"/>
                </a:solidFill>
                <a:latin typeface="Aptos"/>
              </a:defRPr>
            </a:pPr>
            <a:r>
              <a:t>01  / 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42615"/>
            <a:ext cx="29992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Scattered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9272"/>
            <a:ext cx="2999232" cy="1892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People may switch between maps, web searches, and local advice to find a restaurant or a place to stay.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74519"/>
            <a:ext cx="3456432" cy="352044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93976"/>
            <a:ext cx="82296" cy="402336"/>
          </a:xfrm>
          <a:prstGeom prst="rect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024" y="2103120"/>
            <a:ext cx="28712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C6B4"/>
                </a:solidFill>
                <a:latin typeface="Aptos"/>
              </a:defRPr>
            </a:pPr>
            <a:r>
              <a:t>02  /  PROXIMITY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642615"/>
            <a:ext cx="29992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Hard to compare nearby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319272"/>
            <a:ext cx="2999232" cy="1892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People need to search by food, place type, town, or distance—but options can be hard to compare.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874519"/>
            <a:ext cx="3456432" cy="352044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7032" y="2093976"/>
            <a:ext cx="82296" cy="402336"/>
          </a:xfrm>
          <a:prstGeom prst="rect">
            <a:avLst/>
          </a:prstGeom>
          <a:solidFill>
            <a:srgbClr val="D3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2103120"/>
            <a:ext cx="28712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03  / 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642615"/>
            <a:ext cx="29992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Important details are missing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3319272"/>
            <a:ext cx="2999232" cy="1892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Map data may not show menus, services, opening status, or room availability. Missing data is not proof.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7F8FA"/>
                </a:solidFill>
                <a:latin typeface="Aptos"/>
              </a:defRPr>
            </a:pPr>
            <a:r>
              <a:t>NEED: one simple nearby search—with clear limits on what the data can confirm.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7F8FA"/>
                </a:solidFill>
                <a:latin typeface="Aptos"/>
              </a:defRPr>
            </a:pPr>
            <a:r>
              <a:t>One simple place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Food, stays, and search—together in one browser app.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73952"/>
            <a:ext cx="10817352" cy="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1967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A9B5C4"/>
                </a:solidFill>
                <a:latin typeface="Aptos"/>
              </a:defRPr>
            </a:pPr>
            <a:r>
              <a:t>RWANDA LOCAL FOOD &amp; STAY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9C6B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657600" cy="340156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30175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5400" b="1">
                <a:solidFill>
                  <a:srgbClr val="D3F36B"/>
                </a:solidFill>
                <a:latin typeface="Aptos"/>
              </a:defRPr>
            </a:pPr>
            <a:r>
              <a:t>633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3218688"/>
            <a:ext cx="29260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F7F8FA"/>
                </a:solidFill>
                <a:latin typeface="Aptos"/>
              </a:defRPr>
            </a:pPr>
            <a:r>
              <a:t>mapped listings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67328"/>
            <a:ext cx="28346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From the project data snapshot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updated 3 October 2026.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1728" y="1828800"/>
            <a:ext cx="3182112" cy="340156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82896" y="2048256"/>
            <a:ext cx="82296" cy="402336"/>
          </a:xfrm>
          <a:prstGeom prst="rect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057400"/>
            <a:ext cx="25968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C6B4"/>
                </a:solidFill>
                <a:latin typeface="Aptos"/>
              </a:defRPr>
            </a:pPr>
            <a:r>
              <a:t>BROWSE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2596896"/>
            <a:ext cx="272491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7F8FA"/>
                </a:solidFill>
                <a:latin typeface="Aptos"/>
              </a:defRPr>
            </a:pPr>
            <a:r>
              <a:t>Choose a 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273552"/>
            <a:ext cx="2724912" cy="17739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Search around your GPS position, a Rwanda locality, or across Rwanda.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828800"/>
            <a:ext cx="3310128" cy="340156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048256"/>
            <a:ext cx="82296" cy="402336"/>
          </a:xfrm>
          <a:prstGeom prst="rect">
            <a:avLst/>
          </a:prstGeom>
          <a:solidFill>
            <a:srgbClr val="FFB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2057400"/>
            <a:ext cx="27249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FB067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596896"/>
            <a:ext cx="285292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7F8FA"/>
                </a:solidFill>
                <a:latin typeface="Aptos"/>
              </a:defRPr>
            </a:pPr>
            <a:r>
              <a:t>Find a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3273552"/>
            <a:ext cx="2852928" cy="17739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Look for a restaurant, food, cuisine, hotel, or place name.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32704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A9B5C4"/>
                </a:solidFill>
                <a:latin typeface="Aptos"/>
              </a:defRPr>
            </a:pPr>
            <a:r>
              <a:t>The map snapshot is a starting point—not a live business directory.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7F8FA"/>
                </a:solidFill>
                <a:latin typeface="Aptos"/>
              </a:defRPr>
            </a:pPr>
            <a:r>
              <a:t>Four steps to a useful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The flow stays short on a phone, tablet, or computer.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73952"/>
            <a:ext cx="10817352" cy="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1967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A9B5C4"/>
                </a:solidFill>
                <a:latin typeface="Aptos"/>
              </a:defRPr>
            </a:pPr>
            <a:r>
              <a:t>RWANDA LOCAL FOOD &amp; STAY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9C6B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Oval 6"/>
          <p:cNvSpPr/>
          <p:nvPr/>
        </p:nvSpPr>
        <p:spPr>
          <a:xfrm>
            <a:off x="768096" y="2057400"/>
            <a:ext cx="566928" cy="566928"/>
          </a:xfrm>
          <a:prstGeom prst="ellipse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185416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0B1220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0" y="2340864"/>
            <a:ext cx="1947672" cy="0"/>
          </a:xfrm>
          <a:prstGeom prst="line">
            <a:avLst/>
          </a:prstGeom>
          <a:ln w="254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2880360"/>
            <a:ext cx="2468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Pick an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657600"/>
            <a:ext cx="24231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Use GPS, a town, or all Rwanda.</a:t>
            </a:r>
          </a:p>
        </p:txBody>
      </p:sp>
      <p:sp>
        <p:nvSpPr>
          <p:cNvPr id="12" name="Oval 11"/>
          <p:cNvSpPr/>
          <p:nvPr/>
        </p:nvSpPr>
        <p:spPr>
          <a:xfrm>
            <a:off x="3675887" y="2057400"/>
            <a:ext cx="566928" cy="566928"/>
          </a:xfrm>
          <a:prstGeom prst="ellipse">
            <a:avLst/>
          </a:prstGeom>
          <a:solidFill>
            <a:srgbClr val="1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185416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D3F36B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70832" y="2340864"/>
            <a:ext cx="1947672" cy="0"/>
          </a:xfrm>
          <a:prstGeom prst="line">
            <a:avLst/>
          </a:prstGeom>
          <a:ln w="254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21024" y="2880360"/>
            <a:ext cx="2468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Set your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3657600"/>
            <a:ext cx="24231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Choose food, stay, or all places.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1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185416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D3F36B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78624" y="2340864"/>
            <a:ext cx="1947672" cy="0"/>
          </a:xfrm>
          <a:prstGeom prst="line">
            <a:avLst/>
          </a:prstGeom>
          <a:ln w="254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28816" y="2880360"/>
            <a:ext cx="2468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Browse or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3657600"/>
            <a:ext cx="24231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Type a dish, cuisine, or business name.</a:t>
            </a:r>
          </a:p>
        </p:txBody>
      </p:sp>
      <p:sp>
        <p:nvSpPr>
          <p:cNvPr id="22" name="Oval 21"/>
          <p:cNvSpPr/>
          <p:nvPr/>
        </p:nvSpPr>
        <p:spPr>
          <a:xfrm>
            <a:off x="9491472" y="2057400"/>
            <a:ext cx="566928" cy="566928"/>
          </a:xfrm>
          <a:prstGeom prst="ellipse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1472" y="2185416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0B122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2880360"/>
            <a:ext cx="2468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Choose where to 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3657600"/>
            <a:ext cx="24231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Open a map or get directions.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074920"/>
            <a:ext cx="10698480" cy="5943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230368"/>
            <a:ext cx="10241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9C6B4"/>
                </a:solidFill>
                <a:latin typeface="Aptos"/>
              </a:defRPr>
            </a:pPr>
            <a:r>
              <a:t>Nearby range: 5 km  •  10 km  •  25 km  •  50 km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7F8FA"/>
                </a:solidFill>
                <a:latin typeface="Aptos"/>
              </a:defRPr>
            </a:pPr>
            <a:r>
              <a:t>You choose the search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Location access is optional; town and country-wide search are also available.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73952"/>
            <a:ext cx="10817352" cy="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1967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A9B5C4"/>
                </a:solidFill>
                <a:latin typeface="Aptos"/>
              </a:defRPr>
            </a:pPr>
            <a:r>
              <a:t>RWANDA LOCAL FOOD &amp; STAY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9C6B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47088"/>
            <a:ext cx="3456432" cy="35661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" y="2066543"/>
            <a:ext cx="82296" cy="402336"/>
          </a:xfrm>
          <a:prstGeom prst="rect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075688"/>
            <a:ext cx="28712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C6B4"/>
                </a:solidFill>
                <a:latin typeface="Aptos"/>
              </a:defRPr>
            </a:pPr>
            <a:r>
              <a:t>OPTION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15184"/>
            <a:ext cx="29992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7F8FA"/>
                </a:solidFill>
                <a:latin typeface="Aptos"/>
              </a:defRPr>
            </a:pPr>
            <a:r>
              <a:t>Use my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91840"/>
            <a:ext cx="2999232" cy="1938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The browser asks for permission only after the person taps the location button.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47088"/>
            <a:ext cx="3456432" cy="35661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66543"/>
            <a:ext cx="82296" cy="402336"/>
          </a:xfrm>
          <a:prstGeom prst="rect">
            <a:avLst/>
          </a:prstGeom>
          <a:solidFill>
            <a:srgbClr val="FFB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024" y="2075688"/>
            <a:ext cx="28712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FB067"/>
                </a:solidFill>
                <a:latin typeface="Aptos"/>
              </a:defRPr>
            </a:pPr>
            <a:r>
              <a:t>OPTION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615184"/>
            <a:ext cx="29992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7F8FA"/>
                </a:solidFill>
                <a:latin typeface="Aptos"/>
              </a:defRPr>
            </a:pPr>
            <a:r>
              <a:t>Choose a town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291840"/>
            <a:ext cx="2999232" cy="1938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Pick a mapped locality and a nearby search distance.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847088"/>
            <a:ext cx="3456432" cy="35661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2066543"/>
            <a:ext cx="82296" cy="402336"/>
          </a:xfrm>
          <a:prstGeom prst="rect">
            <a:avLst/>
          </a:prstGeom>
          <a:solidFill>
            <a:srgbClr val="D3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2075688"/>
            <a:ext cx="28712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OPTION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615184"/>
            <a:ext cx="29992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F7F8FA"/>
                </a:solidFill>
                <a:latin typeface="Aptos"/>
              </a:defRPr>
            </a:pPr>
            <a:r>
              <a:t>Search all Rwanda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3291840"/>
            <a:ext cx="2999232" cy="1938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9B5C4"/>
                </a:solidFill>
                <a:latin typeface="Aptos"/>
              </a:defRPr>
            </a:pPr>
            <a:r>
              <a:t>Browse the full snapshot without choosing a nearby town.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733288"/>
            <a:ext cx="104241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7F8FA"/>
                </a:solidFill>
                <a:latin typeface="Aptos"/>
              </a:defRPr>
            </a:pPr>
            <a:r>
              <a:t>GPS coordinates are used for nearby results and are not saved by the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7F8FA"/>
                </a:solidFill>
                <a:latin typeface="Aptos"/>
              </a:defRPr>
            </a:pPr>
            <a:r>
              <a:t>How does the search feel smart?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It connects the words in a search to the words in mapped listings.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73952"/>
            <a:ext cx="10817352" cy="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1967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A9B5C4"/>
                </a:solidFill>
                <a:latin typeface="Aptos"/>
              </a:defRPr>
            </a:pPr>
            <a:r>
              <a:t>RWANDA LOCAL FOOD &amp; STAY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9C6B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47088"/>
            <a:ext cx="3200400" cy="246888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21408"/>
            <a:ext cx="2651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C6B4"/>
                </a:solidFill>
                <a:latin typeface="Aptos"/>
              </a:defRPr>
            </a:pPr>
            <a:r>
              <a:t>YOU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26974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F7F8FA"/>
                </a:solidFill>
                <a:latin typeface="Aptos"/>
              </a:defRPr>
            </a:pPr>
            <a:r>
              <a:t>“brochettes near Kigali”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847088"/>
            <a:ext cx="3200400" cy="246888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121408"/>
            <a:ext cx="2651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FB067"/>
                </a:solidFill>
                <a:latin typeface="Aptos"/>
              </a:defRPr>
            </a:pPr>
            <a:r>
              <a:t>THE APP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633472"/>
            <a:ext cx="269748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F7F8FA"/>
                </a:solidFill>
                <a:latin typeface="Aptos"/>
              </a:defRPr>
            </a:pPr>
            <a:r>
              <a:t>Words + place type</a:t>
            </a:r>
          </a:p>
          <a:p>
            <a:pPr algn="l">
              <a:spcAft>
                <a:spcPts val="500"/>
              </a:spcAft>
              <a:defRPr sz="2000" b="1">
                <a:solidFill>
                  <a:srgbClr val="F7F8FA"/>
                </a:solidFill>
                <a:latin typeface="Aptos"/>
              </a:defRPr>
            </a:pPr>
            <a:r>
              <a:t>+ chosen area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847088"/>
            <a:ext cx="3200400" cy="246888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2121408"/>
            <a:ext cx="2651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YOU 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33472"/>
            <a:ext cx="269748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F7F8FA"/>
                </a:solidFill>
                <a:latin typeface="Aptos"/>
              </a:defRPr>
            </a:pPr>
            <a:r>
              <a:t>Nearby places</a:t>
            </a:r>
          </a:p>
          <a:p>
            <a:pPr algn="l">
              <a:spcAft>
                <a:spcPts val="500"/>
              </a:spcAft>
              <a:defRPr sz="2000" b="1">
                <a:solidFill>
                  <a:srgbClr val="F7F8FA"/>
                </a:solidFill>
                <a:latin typeface="Aptos"/>
              </a:defRPr>
            </a:pPr>
            <a:r>
              <a:t>to 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104241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A9B5C4"/>
                </a:solidFill>
                <a:latin typeface="Aptos"/>
              </a:defRPr>
            </a:pPr>
            <a:r>
              <a:t>Behind the scenes: TF-IDF compares words. Distance filters keep results near your chosen area.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96128"/>
            <a:ext cx="10424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9C6B4"/>
                </a:solidFill>
                <a:latin typeface="Aptos"/>
              </a:defRPr>
            </a:pPr>
            <a:r>
              <a:t>A high text match is not a quality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7F8FA"/>
                </a:solidFill>
                <a:latin typeface="Aptos"/>
              </a:defRPr>
            </a:pPr>
            <a:r>
              <a:t>Clear facts. No made-up promises.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The app separates what the map says from what a person should ask.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73952"/>
            <a:ext cx="10817352" cy="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1967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A9B5C4"/>
                </a:solidFill>
                <a:latin typeface="Aptos"/>
              </a:defRPr>
            </a:pPr>
            <a:r>
              <a:t>RWANDA LOCAL FOOD &amp; STAY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9C6B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5166360" cy="340156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76272"/>
            <a:ext cx="4480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9C6B4"/>
                </a:solidFill>
                <a:latin typeface="Aptos"/>
              </a:defRPr>
            </a:pPr>
            <a:r>
              <a:t>WHAT THE MAP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4480560" cy="2011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• Place name and type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• Cuisine, if tagged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• Some contact and hotel details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• Map point and source 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874519"/>
            <a:ext cx="5166360" cy="3401568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76272"/>
            <a:ext cx="4480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FB067"/>
                </a:solidFill>
                <a:latin typeface="Aptos"/>
              </a:defRPr>
            </a:pPr>
            <a:r>
              <a:t>WHAT THE APP DOES NOT PROMISE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743200"/>
            <a:ext cx="4480560" cy="2011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• A full menu or current prices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• That a service is available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• That a hotel has free rooms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7F8FA"/>
                </a:solidFill>
                <a:latin typeface="Aptos"/>
              </a:defRPr>
            </a:pPr>
            <a:r>
              <a:t>• That a business is open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332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D3F36B"/>
                </a:solidFill>
                <a:latin typeface="Aptos"/>
              </a:defRPr>
            </a:pPr>
            <a:r>
              <a:t>If a detail is missing, it means “not recorded”—not “not offered.” Please check with the business.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7F8FA"/>
                </a:solidFill>
                <a:latin typeface="Aptos"/>
              </a:defRPr>
            </a:pPr>
            <a:r>
              <a:t>Designed for different screen sizes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A responsive browser layout keeps the important controls easy to reach.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73952"/>
            <a:ext cx="10817352" cy="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1967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A9B5C4"/>
                </a:solidFill>
                <a:latin typeface="Aptos"/>
              </a:defRPr>
            </a:pPr>
            <a:r>
              <a:t>RWANDA LOCAL FOOD &amp; STAY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9C6B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3246120" cy="35661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56231" y="2139696"/>
            <a:ext cx="1078992" cy="658368"/>
          </a:xfrm>
          <a:prstGeom prst="roundRect">
            <a:avLst/>
          </a:prstGeom>
          <a:solidFill>
            <a:srgbClr val="1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65960" y="2249424"/>
            <a:ext cx="859536" cy="420624"/>
          </a:xfrm>
          <a:prstGeom prst="roundRect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90672"/>
            <a:ext cx="269747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93008"/>
            <a:ext cx="2697479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7F8FA"/>
                </a:solidFill>
                <a:latin typeface="Aptos"/>
              </a:defRPr>
            </a:pPr>
            <a:r>
              <a:t>Panels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4096512"/>
            <a:ext cx="2624327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Scroll down to move from settings to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246120" cy="35661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41264" y="2139696"/>
            <a:ext cx="1078992" cy="658368"/>
          </a:xfrm>
          <a:prstGeom prst="roundRect">
            <a:avLst/>
          </a:prstGeom>
          <a:solidFill>
            <a:srgbClr val="1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50992" y="2249424"/>
            <a:ext cx="859536" cy="420624"/>
          </a:xfrm>
          <a:prstGeom prst="roundRect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3090672"/>
            <a:ext cx="269747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TABLET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493008"/>
            <a:ext cx="2697479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7F8FA"/>
                </a:solidFill>
                <a:latin typeface="Aptos"/>
              </a:defRPr>
            </a:pPr>
            <a:r>
              <a:t>More 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096512"/>
            <a:ext cx="2624327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Content grows with the screen width.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7304" y="1847088"/>
            <a:ext cx="3246120" cy="3566160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26296" y="2139696"/>
            <a:ext cx="1078992" cy="658368"/>
          </a:xfrm>
          <a:prstGeom prst="roundRect">
            <a:avLst/>
          </a:prstGeom>
          <a:solidFill>
            <a:srgbClr val="1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36024" y="2249424"/>
            <a:ext cx="859536" cy="420624"/>
          </a:xfrm>
          <a:prstGeom prst="roundRect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3090672"/>
            <a:ext cx="2697479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DESKTOP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493008"/>
            <a:ext cx="2697479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7F8FA"/>
                </a:solidFill>
                <a:latin typeface="Aptos"/>
              </a:defRPr>
            </a:pPr>
            <a:r>
              <a:t>Side by side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096512"/>
            <a:ext cx="2624327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Preferences and results can sit together.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15000"/>
            <a:ext cx="10332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9C6B4"/>
                </a:solidFill>
                <a:latin typeface="Aptos"/>
              </a:defRPr>
            </a:pPr>
            <a:r>
              <a:t>Checked at 390 px, 768 px, 1024 px, and 1440 px wide.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900" b="1">
                <a:solidFill>
                  <a:srgbClr val="F7F8FA"/>
                </a:solidFill>
                <a:latin typeface="Aptos"/>
              </a:defRPr>
            </a:pPr>
            <a:r>
              <a:t>Simple tools. Useful data.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The project combines a browser interface with a search model and open map data.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73952"/>
            <a:ext cx="10817352" cy="0"/>
          </a:xfrm>
          <a:prstGeom prst="line">
            <a:avLst/>
          </a:prstGeom>
          <a:ln w="1270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19672"/>
            <a:ext cx="7772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A9B5C4"/>
                </a:solidFill>
                <a:latin typeface="Aptos"/>
              </a:defRPr>
            </a:pPr>
            <a:r>
              <a:t>RWANDA LOCAL FOOD &amp; STAY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01384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9C6B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074920" cy="1170432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C6B4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68296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App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74920" cy="1170432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68296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Web 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37560"/>
            <a:ext cx="5074920" cy="1170432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204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9C6B4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77056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TF-IDF text matching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337560"/>
            <a:ext cx="5074920" cy="1170432"/>
          </a:xfrm>
          <a:prstGeom prst="round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2044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D3F36B"/>
                </a:solidFill>
                <a:latin typeface="Aptos"/>
              </a:defRPr>
            </a:pPr>
            <a:r>
              <a:t>OPENSTREETMAP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77056"/>
            <a:ext cx="4572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7F8FA"/>
                </a:solidFill>
                <a:latin typeface="Aptos"/>
              </a:defRPr>
            </a:pPr>
            <a:r>
              <a:t>Place data + map links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074920"/>
            <a:ext cx="10561320" cy="685800"/>
          </a:xfrm>
          <a:prstGeom prst="roundRect">
            <a:avLst/>
          </a:prstGeom>
          <a:solidFill>
            <a:srgbClr val="1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257800"/>
            <a:ext cx="101041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A9B5C4"/>
                </a:solidFill>
                <a:latin typeface="Aptos"/>
              </a:defRPr>
            </a:pPr>
            <a:r>
              <a:t>The data is a snapshot, not a live feed. Nearby distance is straight-line—not road distance.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89320"/>
            <a:ext cx="10332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A9B5C4"/>
                </a:solidFill>
                <a:latin typeface="Aptos"/>
              </a:defRPr>
            </a:pPr>
            <a:r>
              <a:t>Map data: © OpenStreetMap contributors  •  Open Database License (ODbL)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3F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9C6B4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67512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3600" b="1">
                <a:solidFill>
                  <a:srgbClr val="F7F8FA"/>
                </a:solidFill>
                <a:latin typeface="Aptos"/>
              </a:defRPr>
            </a:pPr>
            <a:r>
              <a:t>A better way to</a:t>
            </a:r>
          </a:p>
          <a:p>
            <a:pPr algn="l">
              <a:spcAft>
                <a:spcPts val="500"/>
              </a:spcAft>
              <a:defRPr sz="3600" b="1">
                <a:solidFill>
                  <a:srgbClr val="F7F8FA"/>
                </a:solidFill>
                <a:latin typeface="Aptos"/>
              </a:defRPr>
            </a:pPr>
            <a:r>
              <a:t>find local places.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37560"/>
            <a:ext cx="69494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A9B5C4"/>
                </a:solidFill>
                <a:latin typeface="Aptos"/>
              </a:defRPr>
            </a:pPr>
            <a:r>
              <a:t>Search nearby. Explore Rwanda.</a:t>
            </a:r>
          </a:p>
          <a:p>
            <a:pPr algn="l">
              <a:spcAft>
                <a:spcPts val="500"/>
              </a:spcAft>
              <a:defRPr sz="2000" b="0">
                <a:solidFill>
                  <a:srgbClr val="A9B5C4"/>
                </a:solidFill>
                <a:latin typeface="Aptos"/>
              </a:defRPr>
            </a:pPr>
            <a:r>
              <a:t>Know what is confirmed—and what to ask.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" y="4800600"/>
            <a:ext cx="3886200" cy="621792"/>
          </a:xfrm>
          <a:prstGeom prst="roundRect">
            <a:avLst/>
          </a:prstGeom>
          <a:solidFill>
            <a:srgbClr val="19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983480"/>
            <a:ext cx="3520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B1220"/>
                </a:solidFill>
                <a:latin typeface="Aptos"/>
              </a:defRPr>
            </a:pPr>
            <a:r>
              <a:t>SMART LOCAL FOOD FINDER</a:t>
            </a:r>
          </a:p>
        </p:txBody>
      </p:sp>
      <p:sp>
        <p:nvSpPr>
          <p:cNvPr id="8" name="Oval 7"/>
          <p:cNvSpPr/>
          <p:nvPr/>
        </p:nvSpPr>
        <p:spPr>
          <a:xfrm>
            <a:off x="8366760" y="1325880"/>
            <a:ext cx="2606040" cy="2606040"/>
          </a:xfrm>
          <a:prstGeom prst="ellipse">
            <a:avLst/>
          </a:prstGeom>
          <a:noFill/>
          <a:ln w="25400">
            <a:solidFill>
              <a:srgbClr val="26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32520" y="1691640"/>
            <a:ext cx="1874519" cy="1874519"/>
          </a:xfrm>
          <a:prstGeom prst="ellipse">
            <a:avLst/>
          </a:prstGeom>
          <a:noFill/>
          <a:ln w="25400">
            <a:solidFill>
              <a:srgbClr val="19C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17152" y="2176272"/>
            <a:ext cx="905256" cy="905256"/>
          </a:xfrm>
          <a:prstGeom prst="ellipse">
            <a:avLst/>
          </a:prstGeom>
          <a:solidFill>
            <a:srgbClr val="18283A"/>
          </a:solidFill>
          <a:ln w="25400">
            <a:solidFill>
              <a:srgbClr val="D3F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0616" y="2459736"/>
            <a:ext cx="338328" cy="338328"/>
          </a:xfrm>
          <a:prstGeom prst="ellipse">
            <a:avLst/>
          </a:prstGeom>
          <a:solidFill>
            <a:srgbClr val="FFB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4645152"/>
            <a:ext cx="34747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7F8F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166360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9C6B4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09360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A9B5C4"/>
                </a:solidFill>
                <a:latin typeface="Aptos"/>
              </a:defRPr>
            </a:pPr>
            <a:r>
              <a:t>Data © OpenStreetMap contributors  |  Snapshot 03 Oct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Rwanda Local Food &amp; Stay Finder</dc:title>
  <dc:subject>Problem statement and platform overview</dc:subject>
  <dc:creator>Smart Local Food Finder Project</dc:creator>
  <cp:keywords>Rwanda, food, restaurants, accommodation, Streamlit, OpenStreetMap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