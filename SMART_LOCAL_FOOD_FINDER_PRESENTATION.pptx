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ITLPA701  /  PYTHON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658368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3800" b="1">
                <a:solidFill>
                  <a:srgbClr val="F7F8FA"/>
                </a:solidFill>
                <a:latin typeface="Aptos"/>
              </a:defRPr>
            </a:pPr>
            <a:r>
              <a:t>Find good places.</a:t>
            </a:r>
          </a:p>
          <a:p>
            <a:pPr algn="l">
              <a:spcAft>
                <a:spcPts val="500"/>
              </a:spcAft>
              <a:defRPr sz="3800" b="1">
                <a:solidFill>
                  <a:srgbClr val="F7F8FA"/>
                </a:solidFill>
                <a:latin typeface="Aptos"/>
              </a:defRPr>
            </a:pPr>
            <a:r>
              <a:t>Feel ready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47872"/>
            <a:ext cx="61264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A9B5C4"/>
                </a:solidFill>
                <a:latin typeface="Aptos"/>
              </a:defRPr>
            </a:pPr>
            <a:r>
              <a:t>A simple way to explore food and places to stay across Rwanda.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81728"/>
            <a:ext cx="2606040" cy="457200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773168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742432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9B5C4"/>
                </a:solidFill>
                <a:latin typeface="Aptos"/>
              </a:defRPr>
            </a:pPr>
            <a:r>
              <a:t>Restaurants  •  Local food  •  Hotels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1097280"/>
            <a:ext cx="2926080" cy="2926080"/>
          </a:xfrm>
          <a:prstGeom prst="ellipse">
            <a:avLst/>
          </a:prstGeom>
          <a:noFill/>
          <a:ln w="2540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32520" y="1508760"/>
            <a:ext cx="2103120" cy="2103120"/>
          </a:xfrm>
          <a:prstGeom prst="ellipse">
            <a:avLst/>
          </a:prstGeom>
          <a:noFill/>
          <a:ln w="25400">
            <a:solidFill>
              <a:srgbClr val="19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17152" y="1993392"/>
            <a:ext cx="1133856" cy="1133856"/>
          </a:xfrm>
          <a:prstGeom prst="ellipse">
            <a:avLst/>
          </a:prstGeom>
          <a:solidFill>
            <a:srgbClr val="18283A"/>
          </a:solidFill>
          <a:ln w="25400">
            <a:solidFill>
              <a:srgbClr val="D3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82912" y="2359152"/>
            <a:ext cx="402336" cy="402336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3840480"/>
            <a:ext cx="2971800" cy="950976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041648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NEAR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361688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Search Rwanda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74980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9B5C4"/>
                </a:solidFill>
                <a:latin typeface="Aptos"/>
              </a:defRPr>
            </a:pPr>
            <a:r>
              <a:t>OpenStreetMap data  •  Snapshot: 03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Finding a place should feel 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A useful search starts with the questions people already have.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2093976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01  /  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What can I eat?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Search nearby restaurants and cafes by food, cuisine, or place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3976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02  /  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Where can I stay?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Explore hotels and other accommodation in a chosen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2" y="2093976"/>
            <a:ext cx="82296" cy="402336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03  / 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Can I trust the details?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Map data can be missing. The app must show what is known—and what is 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The goal: help people find options without pretending every detail is 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One simple place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Food, stays, and search—together in one browser app.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5760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5400" b="1">
                <a:solidFill>
                  <a:srgbClr val="D3F36B"/>
                </a:solidFill>
                <a:latin typeface="Aptos"/>
              </a:defRPr>
            </a:pPr>
            <a:r>
              <a:t>633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218688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mapped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From the project data snapshot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updated 3 October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828800"/>
            <a:ext cx="3182112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2896" y="2048256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057400"/>
            <a:ext cx="25968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596896"/>
            <a:ext cx="272491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Choose a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73552"/>
            <a:ext cx="2724912" cy="1773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Search around your GPS position, a Rwanda locality, or across Rwanda.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310128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48256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057400"/>
            <a:ext cx="2724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96896"/>
            <a:ext cx="285292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Find a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3273552"/>
            <a:ext cx="2852928" cy="1773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Look for a restaurant, food, cuisine, hotel, or place name.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32704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5C4"/>
                </a:solidFill>
                <a:latin typeface="Aptos"/>
              </a:defRPr>
            </a:pPr>
            <a:r>
              <a:t>The map snapshot is a starting point—not a live business directory.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Four steps to a useful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flow stays short on a phone, tablet, or computer.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057400"/>
            <a:ext cx="566928" cy="566928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B1220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Pick an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Use GPS, a town, or all Rwanda.</a:t>
            </a:r>
          </a:p>
        </p:txBody>
      </p:sp>
      <p:sp>
        <p:nvSpPr>
          <p:cNvPr id="12" name="Oval 11"/>
          <p:cNvSpPr/>
          <p:nvPr/>
        </p:nvSpPr>
        <p:spPr>
          <a:xfrm>
            <a:off x="3675887" y="2057400"/>
            <a:ext cx="566928" cy="566928"/>
          </a:xfrm>
          <a:prstGeom prst="ellipse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3F36B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21024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Set your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Choose food, stay, or all places.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3F36B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78624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8816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Browse or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Type a dish, cuisine, or business name.</a:t>
            </a:r>
          </a:p>
        </p:txBody>
      </p:sp>
      <p:sp>
        <p:nvSpPr>
          <p:cNvPr id="22" name="Oval 21"/>
          <p:cNvSpPr/>
          <p:nvPr/>
        </p:nvSpPr>
        <p:spPr>
          <a:xfrm>
            <a:off x="9491472" y="2057400"/>
            <a:ext cx="566928" cy="566928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B12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Choose where to 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Open a map or get directions.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074920"/>
            <a:ext cx="10698480" cy="5943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C6B4"/>
                </a:solidFill>
                <a:latin typeface="Aptos"/>
              </a:defRPr>
            </a:pPr>
            <a:r>
              <a:t>Nearby range: 5 km  •  10 km  •  25 km  •  50 km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You choose the search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Location access is optional; town and country-wide search are also available.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2066543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Use my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The browser asks for permission only after the person taps the location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66543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Choose a town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Pick a mapped locality and a nearby search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066543"/>
            <a:ext cx="82296" cy="402336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OPTION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Search all Rwanda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Browse the full snapshot without choosing a nearby town.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33288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GPS coordinates are used for nearby results and are not saved by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How does the search feel smart?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It connects the words in a search to the words in mapped listings.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YOU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6974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7F8FA"/>
                </a:solidFill>
                <a:latin typeface="Aptos"/>
              </a:defRPr>
            </a:pPr>
            <a:r>
              <a:t>“brochettes near Kigali”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THE APP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33472"/>
            <a:ext cx="26974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Words + place type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+ chosen 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YOU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33472"/>
            <a:ext cx="26974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Nearby places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5C4"/>
                </a:solidFill>
                <a:latin typeface="Aptos"/>
              </a:defRPr>
            </a:pPr>
            <a:r>
              <a:t>Behind the scenes: TF-IDF compares words. Distance filters keep results near your chosen area.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C6B4"/>
                </a:solidFill>
                <a:latin typeface="Aptos"/>
              </a:defRPr>
            </a:pPr>
            <a:r>
              <a:t>A high text match is not a quality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Clear facts. No made-up promises.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app separates what the map says from what a person should ask.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516636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76272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WHAT THE MAP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4805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Place name and type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Cuisine, if tagged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Some contact and hotel details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Map point and source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16636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76272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B067"/>
                </a:solidFill>
                <a:latin typeface="Aptos"/>
              </a:defRPr>
            </a:pPr>
            <a:r>
              <a:t>WHAT THE APP DOES NOT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44805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A full menu or current prices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service is available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hotel has free rooms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business is open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D3F36B"/>
                </a:solidFill>
                <a:latin typeface="Aptos"/>
              </a:defRPr>
            </a:pPr>
            <a:r>
              <a:t>If a detail is missing, it means “not recorded”—not “not offered.” Please check with the business.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Designed for different screen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A responsive browser layout keeps the important controls easy to reach.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56231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Panels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Scroll down to move from settings to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41264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50992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TABLET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More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Content grows with the screen width.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26296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6024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Side by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Preferences and results can sit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9C6B4"/>
                </a:solidFill>
                <a:latin typeface="Aptos"/>
              </a:defRPr>
            </a:pPr>
            <a:r>
              <a:t>Checked at 390 px, 768 px, 1024 px, and 1440 px 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Simple tools. Useful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project combines a browser interface with a search model and open map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9B5C4"/>
                </a:solidFill>
                <a:latin typeface="Aptos"/>
              </a:defRPr>
            </a:pPr>
            <a:r>
              <a:t>SMART LOCAL FOOD FINDER  • 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6829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App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6829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7705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TF-IDF text 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3756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7705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Place data + map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74920"/>
            <a:ext cx="10561320" cy="685800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257800"/>
            <a:ext cx="10104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data is a snapshot, not a live feed. Nearby distance is straight-line—not road distance.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A9B5C4"/>
                </a:solidFill>
                <a:latin typeface="Aptos"/>
              </a:defRPr>
            </a:pPr>
            <a:r>
              <a:t>Map data: © OpenStreetMap contributors  •  Open Database License (ODbL)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6751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A better way to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find local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6949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A9B5C4"/>
                </a:solidFill>
                <a:latin typeface="Aptos"/>
              </a:defRPr>
            </a:pPr>
            <a:r>
              <a:t>Search nearby. Explore Rwanda.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A9B5C4"/>
                </a:solidFill>
                <a:latin typeface="Aptos"/>
              </a:defRPr>
            </a:pPr>
            <a:r>
              <a:t>Know what is confirmed—and what to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4800600"/>
            <a:ext cx="3886200" cy="621792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983480"/>
            <a:ext cx="3520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B1220"/>
                </a:solidFill>
                <a:latin typeface="Aptos"/>
              </a:defRPr>
            </a:pPr>
            <a:r>
              <a:t>SMART LOCAL FOOD FINDER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1325880"/>
            <a:ext cx="2606040" cy="2606040"/>
          </a:xfrm>
          <a:prstGeom prst="ellipse">
            <a:avLst/>
          </a:prstGeom>
          <a:noFill/>
          <a:ln w="2540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32520" y="1691640"/>
            <a:ext cx="1874519" cy="1874519"/>
          </a:xfrm>
          <a:prstGeom prst="ellipse">
            <a:avLst/>
          </a:prstGeom>
          <a:noFill/>
          <a:ln w="25400">
            <a:solidFill>
              <a:srgbClr val="19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7152" y="2176272"/>
            <a:ext cx="905256" cy="905256"/>
          </a:xfrm>
          <a:prstGeom prst="ellipse">
            <a:avLst/>
          </a:prstGeom>
          <a:solidFill>
            <a:srgbClr val="18283A"/>
          </a:solidFill>
          <a:ln w="25400">
            <a:solidFill>
              <a:srgbClr val="D3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0616" y="2459736"/>
            <a:ext cx="338328" cy="338328"/>
          </a:xfrm>
          <a:prstGeom prst="ellipse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645152"/>
            <a:ext cx="3474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7F8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16636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9C6B4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9B5C4"/>
                </a:solidFill>
                <a:latin typeface="Aptos"/>
              </a:defRPr>
            </a:pPr>
            <a:r>
              <a:t>Data © OpenStreetMap contributors  |  Snapshot 03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Local Food, Restaurant &amp; Hotel Finder</dc:title>
  <dc:subject>A simple-English presentation of the Rwanda place finder platform</dc:subject>
  <dc:creator>Smart Local Food Finder Project</dc:creator>
  <cp:keywords>Rwanda, food, restaurants, accommodation, Streamlit, OpenStreetMap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